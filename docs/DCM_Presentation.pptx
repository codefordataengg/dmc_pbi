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13048"/>
            <a:ext cx="2743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49039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 VARCHAR(36)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 VARCHAR(200)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2461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3813048"/>
            <a:ext cx="2743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70332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 VARCHAR(36)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 VARCHAR(200)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461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3813048"/>
            <a:ext cx="2743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70332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49039" y="3931920"/>
            <a:ext cx="41148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3931920"/>
            <a:ext cx="41148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" y="484632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preview feature ·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/ SCHEMA / DATABASE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are GA within DCM.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317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0175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3774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063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63440"/>
            <a:ext cx="460217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63440"/>
            <a:ext cx="41148" cy="10515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828032"/>
            <a:ext cx="4327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B26B12"/>
                </a:solidFill>
                <a:latin typeface="DejaVu Sans Mono"/>
              </a:rPr>
              <a:t>45</a:t>
            </a:r>
            <a:r>
              <a:rPr sz="1400" b="0">
                <a:solidFill>
                  <a:srgbClr val="9AA8B3"/>
                </a:solidFill>
                <a:latin typeface="DejaVu Sans"/>
              </a:rPr>
              <a:t> of 53</a:t>
            </a:r>
            <a:r>
              <a:rPr sz="1400" b="0">
                <a:solidFill>
                  <a:srgbClr val="36454F"/>
                </a:solidFill>
                <a:latin typeface="DejaVu Sans"/>
              </a:rPr>
              <a:t> columns are not the last in their table.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5257800"/>
            <a:ext cx="4327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Restoring one mid-list is a reorder Snowflake can't do — so ERROR is the common case.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
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08960" y="3017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1228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0916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6443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6443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370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fact_not_empty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617720"/>
            <a:ext cx="39163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Runs on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deployed</a:t>
            </a:r>
            <a:r>
              <a:rPr sz="1250" b="0">
                <a:solidFill>
                  <a:srgbClr val="6C7B88"/>
                </a:solidFill>
                <a:latin typeface="DejaVu Sans"/>
              </a:rPr>
              <a:t> objects, after refresh. The same gate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
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DejaVu Sans"/>
              </a:rPr>
              <a:t>Declarative Schema Management</a:t>
            </a:r>
          </a:p>
          <a:p>
            <a:pPr>
              <a:spcBef>
                <a:spcPts val="0"/>
              </a:spcBef>
              <a:spcAft>
                <a:spcPts val="2200"/>
              </a:spcAft>
            </a:pPr>
            <a:r>
              <a:rPr sz="4600" b="1">
                <a:solidFill>
                  <a:srgbClr val="708090"/>
                </a:solidFill>
                <a:latin typeface="DejaVu Sans"/>
              </a:rPr>
              <a:t>in Snowflake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 proof of concept — what it does, what it costs,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and what it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892040"/>
            <a:ext cx="1828800" cy="32004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23036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3D3D3"/>
                </a:solidFill>
                <a:latin typeface="DejaVu Sans"/>
              </a:rPr>
              <a:t>DCM Projects  ·  8 tables  ·  53 columns  ·  11 findings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Personal Snowflake account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Our pipelines cannot see the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64  CREATE TABLE IF NOT EXISTS  statements across 9 pipeline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creates the table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first run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9178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99178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5210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Someone adds a column by hand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a Tuesday afternoon, no ticket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1116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1116" y="2624328"/>
            <a:ext cx="3393338" cy="5029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7148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re-runs the same DDL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"already exists,
statement succeeded"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44568"/>
            <a:ext cx="10637215" cy="139446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681728"/>
            <a:ext cx="10271455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DESC TABLE CUSTOMER;        -- data intact, 2 rows, nothing dropped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ID       VARCHAR(36)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NAME     VARCHAR(200)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SALARY   VARCHAR(100)     &lt;-- undeclared. Never inspected.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158484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6295644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It did nothing, said so honestly, and doing nothing counted as success.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0637215" cy="65836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377440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0279" y="2377440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0519" y="2377440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DejaVu Sans"/>
              </a:rPr>
              <a:t>With DCM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035808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“This repo can build the database”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0279" y="303580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0519" y="303580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9176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10637215" cy="65836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94176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“The database matches this repo”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0279" y="369417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0519" y="369417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25013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64024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Two different guarantees. Only the first was ever true —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nothing in the estate could tell you the difference.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 dashboard dimension in the real estate sat frozen for seven months behind a check that looked like a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Declare the state. Snowflake works out the difference.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951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Native Snowflake feature — currently in preview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6207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61488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You declare objects in .sql files; Snowflake computes the changeset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8999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28415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PLAN is a dry run and changes nothing.  DEPLOY applies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95928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No external state file, unlike Terraform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6285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62272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TABLE, SCHEMA and DATABASE are GA within DCM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562356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stops being a place things accumulate, and becomes a build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112867" cy="3200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11286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embedded in orchestration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64 statements, 9 pipeline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No review, no diff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is invisible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1587" y="1965960"/>
            <a:ext cx="511286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1587" y="1965960"/>
            <a:ext cx="511286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7619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AFTER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94195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4507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in git, reviewed like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9419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4507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source of truth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4195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4507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 shows impact before it lands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94195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4507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94195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4507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The repo becomes able to prove what the database should look like — not merely to build it once.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DEFINE, not CREATE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 description of what should be true — not an instruction to do something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10637215" cy="1618488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514600"/>
            <a:ext cx="1027145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DEFINE TABLE DEMO_PBI.PRE.DIM_PBI_CAPACITIES (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ID                VARCHAR(36)   NOT NULL,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NAME              VARCHAR(500),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SKU               VARCHAR(50),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IS_CURRENT_FLAG   NUMBER(1,0)   DEFAULT 1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079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074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Definition files accept only DEFINE, GRANT and ATTACH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9651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646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Names must be fully qualified:  database.schema.object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223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Executes underneath as CREATE OR ALTER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Remove a DEFINE statement and the next deploy drops the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folder layout is fixed, not a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1842515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86000"/>
            <a:ext cx="10271455" cy="15681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manifest.yml            which account, which project, what varies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sources/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definitions/          EVERY object definition lives here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macros/               optional Jinja macros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out/                    plan and deploy artifacts, generated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491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485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sources/definitions/ is required — files anywhere else are simply not read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0063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057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Filenames carry no meaning; grouping is for humans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635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629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out/ is generated output and is git-ignored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manifest: where, and what varies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03120"/>
            <a:ext cx="10637215" cy="251460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40279"/>
            <a:ext cx="10271455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project_name: DCM_ADMIN.PROJECTS.PBI_CAPACITIES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templating_config: DEV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DEV:   { env_suffix: "" }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PROD:  { env_suffix: "_PROD" }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383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targets = WHERE.    templating = WHAT DIFFERS between environments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955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949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same reviewed files build dev and prod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26479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62636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Promotion is pointing at a different target. You copy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How it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authoritative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4217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2273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9433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account-level 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9251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4467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history +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4285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32341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9501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LND / STG / PRE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1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         FETCH                    PLAN /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14800"/>
            <a:ext cx="10637215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Nightly task, 05:00 UTC     →     drift log     →     email alert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Runs PLAN only. Never deploys.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4068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55778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PLAN is automated. DEPLOY is a decision a person makes after reading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copies of the same files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All three can be stale, independently, and nothing warns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0637215" cy="53035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514600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8184" y="2514600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Lives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01384" y="2514600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Updated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0264" y="2514600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Read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044952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8184" y="3044952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3044952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0264" y="3044952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everyone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7289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483864"/>
            <a:ext cx="1063721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575304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8184" y="3575304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 Snowflake 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3575304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ALTER … FETCH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3575304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plan, deploy, the task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0324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4105656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4" y="4105656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personal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4105656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Pull 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4105656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you, in the editor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53359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9103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681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3675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workspace is invisible to automation. A scheduled task cannot read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 is authoritative. The other two are caches.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A change travels in one direction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edit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1251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708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commit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31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88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105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677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FETCH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471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93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65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48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05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28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85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74720"/>
            <a:ext cx="10637215" cy="41148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301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08090"/>
                </a:solidFill>
                <a:latin typeface="DejaVu Sans"/>
              </a:rPr>
              <a:t>no path 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36454F"/>
                </a:solidFill>
                <a:latin typeface="DejaVu Sans"/>
              </a:rPr>
              <a:t>A hand-made ALTER never flows back into the repo.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708090"/>
                </a:solidFill>
                <a:latin typeface="DejaVu Sans"/>
              </a:rPr>
              <a:t>That asymmetry is precisely why drift detection has to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79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96311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31175" y="2496311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git diff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00983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57015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1175" y="355701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DCM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361688"/>
            <a:ext cx="10637215" cy="9144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1175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3D3D3"/>
                </a:solidFill>
                <a:latin typeface="DejaVu Sans Mono"/>
              </a:rPr>
              <a:t>drift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79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6454F"/>
                </a:solidFill>
                <a:latin typeface="DejaVu Sans"/>
              </a:rPr>
              <a:t>The third is the one we have never been able to see.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verdicts. Two states would be wrong most of the time.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3393338" cy="2514600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36454F"/>
                </a:solidFill>
                <a:latin typeface="DejaVu Sans"/>
              </a:rPr>
              <a:t>CLEAN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changeset 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Database matches the repo.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Logged. No alert 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148840"/>
            <a:ext cx="3393338" cy="25146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3498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DRIFT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changeset non-empty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Someone changed something.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Revertible. Alert names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the column and datatype.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1116" y="2148840"/>
            <a:ext cx="3393338" cy="25146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ERROR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plan failed to compile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Drift exists, CANNOT 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auto-reverted, and is hiding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whatever sits behind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377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50749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45 of our 53 columns are not the last column in their table — so ERROR is the common case.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It names the column, not just the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9456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33172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ALTER TABLE "DEVELOP"."PRE"."DIM_PBI_CAPACITIES"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columns:  removed  "HAND_ADDED_BY_A_HUMAN"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                 VARCHAR(100), nullable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2277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82219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Column name, datatype, and which direction the fix runs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4256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25112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The difference between an alert worth waking for and one people mute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92861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2803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Views report more still — the before-and-after SELECT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drift check is the one thing Snowflake forgets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708090"/>
                </a:solidFill>
                <a:latin typeface="DejaVu Sans"/>
              </a:rPr>
              <a:t>Measured after a full test run — 7+ plans, 4 deploys: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1460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65176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SELECT PHASE, COUNT(*) FROM DCM_DEPLOYMENT_HISTORY(...)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PHASE     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DEPLOY    4        &lt;-- no PLAN rows. none.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965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Deployments: full immutable artifacts, 12-month retention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537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Plans: not recorded at all, and no ACCOUNT_USAGE view exists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422392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So we keep our own log. It answers: when did this drift start?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Eleven findings. Three came from deliberate sabotage.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24028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2264" y="224028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807208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2264" y="2807208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7172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282696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374136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2264" y="3374136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3865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941063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264" y="3941063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05579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16552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507992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4507992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Our own monitor sat suspended while its health view said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72507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507492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2264" y="507492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943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600760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614476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Every failure we found was something reporting success without checking what it claimed to check.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we will demo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Live, end to end, about 20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3317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03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2900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977639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262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2628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01768"/>
            <a:ext cx="10637215" cy="512064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749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Tamper with the database by hand — GitHub shows nothing, the check names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6235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un-revertible case, and why it changes the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this does not yet 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9000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slice: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Untested at 64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DCM Projects is a preview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Grants, tasks and streams unproven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1965960"/>
            <a:ext cx="509000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NEXT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17055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7367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Widen to a second slice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1705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7367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Rehearse recovery on a table holding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7055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7367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Scheduled PLAN first — it is read-only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17055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DEPLOY stays a human decision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7055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Revisit when the feature reaches GA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3949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1" y="55321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can now tell us every morning whether it still matches the repo — and name the column when it does not.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
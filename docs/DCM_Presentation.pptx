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preview feature ·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/ SCHEMA / DATABASE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are GA within DCM.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DCM Projects is a preview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unproven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
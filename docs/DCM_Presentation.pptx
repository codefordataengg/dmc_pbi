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""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07492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8288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2468880"/>
            <a:ext cx="2103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610612"/>
            <a:ext cx="2103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account-level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59" y="2468880"/>
            <a:ext cx="19202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81160" y="2468880"/>
            <a:ext cx="192024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610612"/>
            <a:ext cx="1920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LND · STG · PRE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88920" y="2898648"/>
            <a:ext cx="80467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88920" y="25146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898648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458200" y="2743200"/>
            <a:ext cx="8046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DEPLOY · writes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3072384"/>
            <a:ext cx="80467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001000" y="31546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59" y="4297680"/>
            <a:ext cx="192024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416552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429768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23960" y="4416552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27080" y="4297680"/>
            <a:ext cx="123444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27080" y="4416552"/>
            <a:ext cx="1234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on drift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80" y="3337560"/>
            <a:ext cx="0" cy="94183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35240" y="361188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C7B88"/>
                </a:solidFill>
                <a:latin typeface="DejaVu Sans Mono"/>
              </a:rPr>
              <a:t>FETCH →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58200" y="4709160"/>
            <a:ext cx="3474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561320" y="4709160"/>
            <a:ext cx="34747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5313A"/>
                </a:solidFill>
                <a:latin typeface="DejaVu Sans"/>
              </a:rPr>
              <a:t>PLAN is automated; DEPLOY is not.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The amber path only reads — safe nightly. The solid path writes, and drops columns to do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4688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46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709160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6443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6443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370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fact_not_empty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617720"/>
            <a:ext cx="39163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Runs on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deployed</a:t>
            </a:r>
            <a:r>
              <a:rPr sz="1250" b="0">
                <a:solidFill>
                  <a:srgbClr val="6C7B88"/>
                </a:solidFill>
                <a:latin typeface="DejaVu Sans"/>
              </a:rPr>
              <a:t> objects, after refresh. The same gate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
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39"/>
  </p:normalViewPr>
  <p:slideViewPr>
    <p:cSldViewPr snapToGrid="0" snapToObjects="1">
      <p:cViewPr>
        <p:scale>
          <a:sx n="132" d="100"/>
          <a:sy n="132" d="100"/>
        </p:scale>
        <p:origin x="-368" y="6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5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"_DEV"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349240"/>
            <a:ext cx="469361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7373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46888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37560" y="2610612"/>
            <a:ext cx="1965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4688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80" y="2610612"/>
            <a:ext cx="1828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468880"/>
            <a:ext cx="22860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610612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PROD 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…_PROD · from git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97480" y="2898648"/>
            <a:ext cx="6217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51760" y="252374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03520" y="2898648"/>
            <a:ext cx="5760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26680" y="2761488"/>
            <a:ext cx="66751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38644" y="2240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 dirty="0">
                <a:solidFill>
                  <a:srgbClr val="6C7B88"/>
                </a:solidFill>
                <a:latin typeface="DejaVu Sans Mono"/>
              </a:rPr>
              <a:t>DEPLOY · from git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80" y="3054096"/>
            <a:ext cx="667512" cy="0"/>
          </a:xfrm>
          <a:prstGeom prst="bentConnector3">
            <a:avLst/>
          </a:prstGeom>
          <a:ln w="17780"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55080" y="31272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4343400"/>
            <a:ext cx="182880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97880" y="4462272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4343400"/>
            <a:ext cx="1554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01000" y="4462272"/>
            <a:ext cx="1554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343400"/>
            <a:ext cx="12801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80" y="4462272"/>
            <a:ext cx="1280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if not CLEAN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12280" y="3337560"/>
            <a:ext cx="0" cy="98755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68503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 → PLAN vs git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26680" y="4754880"/>
            <a:ext cx="25603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55480" y="4754880"/>
            <a:ext cx="21031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4068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Dev deploys from the workspace (next slide);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prod is deployed from git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the nightly check watches prod. PLAN is automated; DEPLOY is a human decision — it drops columns to revert.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HOW A DEVELOPER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Dev fast.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Prod from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3375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3433572"/>
            <a:ext cx="2011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where I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468880"/>
            <a:ext cx="2286000" cy="73152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2542032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DEMO_PBI_DEV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fast · no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1605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4233672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· main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commit · PR ·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4160520"/>
            <a:ext cx="2743200" cy="73152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4233672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DEMO_PBI_PROD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reviewed · reproducible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2880360"/>
            <a:ext cx="1627632" cy="64008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834640" y="300380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dirty="0">
                <a:solidFill>
                  <a:srgbClr val="6C7B88"/>
                </a:solidFill>
                <a:latin typeface="DejaVu Sans Mono"/>
              </a:rPr>
              <a:t>Deploy · DEV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749039"/>
            <a:ext cx="1627632" cy="640081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0" y="4114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526280"/>
            <a:ext cx="162763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02552" y="392277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dirty="0">
                <a:solidFill>
                  <a:srgbClr val="B26B12"/>
                </a:solidFill>
                <a:latin typeface="DejaVu Sans Mono"/>
              </a:rPr>
              <a:t>DEPLOY USING CONFIGURATION 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Same files build both —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env_suffix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the only difference. Prod is deployed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from git, never the workspace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— so git and prod agree by construction, and the drift check stays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>
              <a:gd name="adj1" fmla="val 100977"/>
            </a:avLst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7005" y="32004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dirty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>
            <a:cxnSpLocks/>
          </p:cNvCxnSpPr>
          <p:nvPr/>
        </p:nvCxnSpPr>
        <p:spPr>
          <a:xfrm rot="5400000">
            <a:off x="1091253" y="4291653"/>
            <a:ext cx="972174" cy="228600"/>
          </a:xfrm>
          <a:prstGeom prst="bentConnector3">
            <a:avLst>
              <a:gd name="adj1" fmla="val 1139"/>
            </a:avLst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92730" y="44805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dirty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>
            <a:cxnSpLocks/>
            <a:endCxn id="13" idx="0"/>
          </p:cNvCxnSpPr>
          <p:nvPr/>
        </p:nvCxnSpPr>
        <p:spPr>
          <a:xfrm rot="16200000" flipH="1">
            <a:off x="3363620" y="4323741"/>
            <a:ext cx="1005840" cy="130758"/>
          </a:xfrm>
          <a:prstGeom prst="bentConnector3">
            <a:avLst>
              <a:gd name="adj1" fmla="val 413"/>
            </a:avLst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2743890-040E-83D2-683B-F2CE4D1356C2}"/>
              </a:ext>
            </a:extLst>
          </p:cNvPr>
          <p:cNvCxnSpPr/>
          <p:nvPr/>
        </p:nvCxnSpPr>
        <p:spPr>
          <a:xfrm>
            <a:off x="2971799" y="3017520"/>
            <a:ext cx="0" cy="621792"/>
          </a:xfrm>
          <a:prstGeom prst="straightConnector1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5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42632" y="2468880"/>
            <a:ext cx="3888943" cy="496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 dirty="0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 dirty="0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 dirty="0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2" y="288036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 dirty="0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10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07492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911095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911095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0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   Expected VALUE = 0, got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1 passed, 1 failed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800600"/>
            <a:ext cx="391637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A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verified run</a:t>
            </a:r>
            <a:r>
              <a:rPr sz="1250" b="0">
                <a:solidFill>
                  <a:srgbClr val="6C7B88"/>
                </a:solidFill>
                <a:latin typeface="DejaVu Sans"/>
              </a:rPr>
              <a:t>, not a mock-up. Exits non-zero on failure, so it gates a pipeline. The same check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1827</Words>
  <Application>Microsoft Macintosh PowerPoint</Application>
  <PresentationFormat>Widescreen</PresentationFormat>
  <Paragraphs>299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DejaVu Sans</vt:lpstr>
      <vt:lpstr>DejaVu Sans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Amit Bhopte</cp:lastModifiedBy>
  <cp:revision>7</cp:revision>
  <dcterms:created xsi:type="dcterms:W3CDTF">2013-01-27T09:14:16Z</dcterms:created>
  <dcterms:modified xsi:type="dcterms:W3CDTF">2026-08-26T12:21:03Z</dcterms:modified>
  <cp:category/>
</cp:coreProperties>
</file>
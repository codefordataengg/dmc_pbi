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""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074920"/>
            <a:ext cx="4693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8288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246888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610612"/>
            <a:ext cx="2103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account-level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59" y="2468880"/>
            <a:ext cx="1920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2468880"/>
            <a:ext cx="192024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LND · STG · PRE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88920" y="2898648"/>
            <a:ext cx="80467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8892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898648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458200" y="2743200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DEPLOY · writes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58200" y="3072384"/>
            <a:ext cx="804672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0" y="31546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59" y="4297680"/>
            <a:ext cx="192024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416552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429768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4416552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27080" y="4297680"/>
            <a:ext cx="123444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4416552"/>
            <a:ext cx="1234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on drift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0" y="3337560"/>
            <a:ext cx="0" cy="94183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35240" y="361188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 →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58200" y="4709160"/>
            <a:ext cx="3474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4709160"/>
            <a:ext cx="34747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313A"/>
                </a:solidFill>
                <a:latin typeface="DejaVu Sans"/>
              </a:rPr>
              <a:t>PLAN is automated; DEPLOY is not.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The amber path only reads — safe nightly. The solid path writes, and drops columns to do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HOW A DEVELOPER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Dev fast.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Prod from git.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3375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433572"/>
            <a:ext cx="2011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where I 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468880"/>
            <a:ext cx="2286000" cy="73152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54203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DEMO_PBI_DEV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fast · no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41605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423367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· main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commit · PR ·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4160520"/>
            <a:ext cx="2743200" cy="73152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4233672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DEMO_PBI_PROD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reviewed · reproducible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71800" y="2880360"/>
            <a:ext cx="1627632" cy="64008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08960" y="3017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Deploy · DEV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3749039"/>
            <a:ext cx="1627632" cy="640081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00400" y="4114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526280"/>
            <a:ext cx="162763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12280" y="4224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DEPLOY USING CONFIGURATION 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Same files build both —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env_suffix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the only difference. Prod is deployed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from git, never the workspace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— so git and prod agree by construction, and the drift check stays honest.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74320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83921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does it MATCH?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C7B88"/>
                </a:solidFill>
                <a:latin typeface="DejaVu Sans Mono"/>
              </a:rPr>
              <a:t>PLAN ·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468880" cy="77724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9369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does the data PASS?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5210"/>
                </a:solidFill>
                <a:latin typeface="DejaVu Sans Mono"/>
              </a:rPr>
              <a:t>snow dcm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520440"/>
            <a:ext cx="21945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3662172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the table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PRE.DIM_PBI_…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3127248"/>
            <a:ext cx="1444752" cy="5760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29000" y="4160520"/>
            <a:ext cx="1444752" cy="521208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11880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this 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245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not yet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4688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Gate the </a:t>
            </a:r>
            <a:r>
              <a:rPr sz="2800" b="1">
                <a:solidFill>
                  <a:srgbClr val="B26B12"/>
                </a:solidFill>
                <a:latin typeface="DejaVu Sans"/>
              </a:rPr>
              <a:t>data</a:t>
            </a:r>
            <a:r>
              <a:rPr sz="2800" b="1">
                <a:solidFill>
                  <a:srgbClr val="25313A"/>
                </a:solidFill>
                <a:latin typeface="DejaVu Sans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46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not just the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023360"/>
            <a:ext cx="3687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This POC proved the database matches the repo. The same declarative project can prove the data passes — quality checks declared beside the 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257800"/>
            <a:ext cx="3687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ATTACH a data metric function with an EXPECTATION, then </a:t>
            </a:r>
            <a:r>
              <a:rPr sz="1150" b="0">
                <a:solidFill>
                  <a:srgbClr val="36454F"/>
                </a:solidFill>
                <a:latin typeface="DejaVu Sans Mono"/>
              </a:rPr>
              <a:t>snow dcm test</a:t>
            </a:r>
            <a:r>
              <a:rPr sz="1350" b="1">
                <a:solidFill>
                  <a:srgbClr val="25313A"/>
                </a:solidFill>
                <a:latin typeface="DejaVu Sans"/>
              </a:rPr>
              <a:t>. A GA capability we never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Quality gates, declared beside the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943600" cy="2342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2342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5532120" cy="206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-- in the same sources/definitions file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SNOWFLAKE.CORE.NULL_COUNT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no_null_ids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SNOWFLAKE.CORE.DUPLICATE_COUNT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unique_ids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709160"/>
            <a:ext cx="5943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The left side is always the keyword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VALUE</a:t>
            </a:r>
            <a:r>
              <a:rPr sz="1250" b="0">
                <a:solidFill>
                  <a:srgbClr val="6C7B88"/>
                </a:solidFill>
                <a:latin typeface="DejaVu Sans"/>
              </a:rPr>
              <a:t>. No subqueries, casts or arithmetic — a check, not a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16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ONE COMMAND RUNS THEM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788920"/>
            <a:ext cx="3916375" cy="1911095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1148" cy="1911095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935224"/>
            <a:ext cx="3504895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$ snow dcm test 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no_null_ids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B26B12"/>
                </a:solidFill>
                <a:latin typeface="DejaVu Sans Mono"/>
              </a:rPr>
              <a:t>  FAIL  unique_ids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   Expected VALUE = 0, got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1 passed, 1 failed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800600"/>
            <a:ext cx="39163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A </a:t>
            </a:r>
            <a:r>
              <a:rPr sz="1250" b="1">
                <a:solidFill>
                  <a:srgbClr val="25313A"/>
                </a:solidFill>
                <a:latin typeface="DejaVu Sans"/>
              </a:rPr>
              <a:t>verified run</a:t>
            </a:r>
            <a:r>
              <a:rPr sz="1250" b="0">
                <a:solidFill>
                  <a:srgbClr val="6C7B88"/>
                </a:solidFill>
                <a:latin typeface="DejaVu Sans"/>
              </a:rPr>
              <a:t>, not a mock-up. Exits non-zero on failure, so it gates a pipeline. The same check sits on landing, staging and presentation — bad data caught where it enters, not three dashboards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